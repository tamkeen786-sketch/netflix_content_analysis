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2743200" cy="109728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Netflix Content &amp; Viewership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Presented By:</a:t>
            </a:r>
          </a:p>
          <a:p>
            <a:pPr>
              <a:defRPr sz="2200" b="1"/>
            </a:pPr>
            <a:r>
              <a:t>Mohammad Tamkeen</a:t>
            </a:r>
          </a:p>
          <a:p>
            <a:pPr>
              <a:defRPr sz="2200" b="1"/>
            </a:pPr>
            <a:r>
              <a:t>Yash Vardhan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Analyze Netflix content, viewership &amp; profitability using SQL</a:t>
            </a:r>
          </a:p>
          <a:p>
            <a:pPr/>
            <a:r>
              <a:t>Focus on content mix, regional trends, engagement &amp; revenue drivers</a:t>
            </a:r>
          </a:p>
          <a:p>
            <a:pPr/>
            <a:r>
              <a:t>Business-oriented, insight-first analytics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Netflix content metadata</a:t>
            </a:r>
          </a:p>
          <a:p>
            <a:pPr/>
            <a:r>
              <a:t>Viewership &amp; watch-time data</a:t>
            </a:r>
          </a:p>
          <a:p>
            <a:pPr/>
            <a:r>
              <a:t>Production &amp; marketing cost data</a:t>
            </a:r>
          </a:p>
          <a:p>
            <a:pPr/>
            <a:r>
              <a:t>Cleaned &amp; SQL-ready relational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Movies vs TV Shows distribution</a:t>
            </a:r>
          </a:p>
          <a:p>
            <a:pPr/>
            <a:r>
              <a:t>Top countries &amp; genres</a:t>
            </a:r>
          </a:p>
          <a:p>
            <a:pPr/>
            <a:r>
              <a:t>Content trends over time</a:t>
            </a:r>
          </a:p>
          <a:p>
            <a:pPr/>
            <a:r>
              <a:t>Profitability &amp; engagement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Movies dominate catalog, TV Shows drive retention</a:t>
            </a:r>
          </a:p>
          <a:p>
            <a:pPr/>
            <a:r>
              <a:t>USA &amp; India are top content producers</a:t>
            </a:r>
          </a:p>
          <a:p>
            <a:pPr/>
            <a:r>
              <a:t>Post-2018 content shows stronger performance</a:t>
            </a:r>
          </a:p>
          <a:p>
            <a:pPr/>
            <a:r>
              <a:t>Few titles generate majority of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Most common ratings identified</a:t>
            </a:r>
          </a:p>
          <a:p>
            <a:pPr/>
            <a:r>
              <a:t>Documentaries form a niche segment</a:t>
            </a:r>
          </a:p>
          <a:p>
            <a:pPr/>
            <a:r>
              <a:t>Long-running TV shows improve engagement</a:t>
            </a:r>
          </a:p>
          <a:p>
            <a:pPr/>
            <a:r>
              <a:t>Genre distribution reveals audience preferences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India shows rising average content release</a:t>
            </a:r>
          </a:p>
          <a:p>
            <a:pPr/>
            <a:r>
              <a:t>Certain countries contribute disproportionate views</a:t>
            </a:r>
          </a:p>
          <a:p>
            <a:pPr/>
            <a:r>
              <a:t>Regional storytelling boosts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Profit = Revenue – (Production + Marketing Cost)</a:t>
            </a:r>
          </a:p>
          <a:p>
            <a:pPr/>
            <a:r>
              <a:t>Top 3 profitable titles identified by content type</a:t>
            </a:r>
          </a:p>
          <a:p>
            <a:pPr/>
            <a:r>
              <a:t>High-budget content does not guarantee profit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Viewership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Above-average watch time titles drive platform views</a:t>
            </a:r>
          </a:p>
          <a:p>
            <a:pPr/>
            <a:r>
              <a:t>Viewer engagement is highly skewed</a:t>
            </a:r>
          </a:p>
          <a:p>
            <a:pPr/>
            <a:r>
              <a:t>Few titles retain majority of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Content tagged with 'kill' &amp; 'violence' analyzed</a:t>
            </a:r>
          </a:p>
          <a:p>
            <a:pPr/>
            <a:r>
              <a:t>Risk vs non-risk content classification</a:t>
            </a:r>
          </a:p>
          <a:p>
            <a:pPr/>
            <a:r>
              <a:t>Helps in content moderation &amp;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Netflix follows high-volume, low-hit-rate model</a:t>
            </a:r>
          </a:p>
          <a:p>
            <a:pPr/>
            <a:r>
              <a:t>Data-driven content selection is critical</a:t>
            </a:r>
          </a:p>
          <a:p>
            <a:pPr/>
            <a:r>
              <a:t>Retention-focused content outperforms volume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Invest more in high-retention TV formats</a:t>
            </a:r>
          </a:p>
          <a:p>
            <a:pPr/>
            <a:r>
              <a:t>Optimize marketing spend on low-ROI titles</a:t>
            </a:r>
          </a:p>
          <a:p>
            <a:pPr/>
            <a:r>
              <a:t>Expand localized content in high-growth regions</a:t>
            </a:r>
          </a:p>
          <a:p>
            <a:pPr/>
            <a:r>
              <a:t>Balance creative freedom with brand safety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SQL: Joins, CTEs, Window Functions</a:t>
            </a:r>
          </a:p>
          <a:p>
            <a:pPr/>
            <a:r>
              <a:t>Business Metrics &amp; Trend Analysis</a:t>
            </a:r>
          </a:p>
          <a:p>
            <a:pPr/>
            <a:r>
              <a:t>Analytical storytelling &amp;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Netflix Content Analytics Project</a:t>
            </a:r>
          </a:p>
          <a:p>
            <a:pPr/>
            <a:r>
              <a:t>SQL • Business Intelligence • Data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Movies vs TV Shows Distribution</a:t>
            </a:r>
          </a:p>
        </p:txBody>
      </p:sp>
      <p:pic>
        <p:nvPicPr>
          <p:cNvPr id="3" name="Picture 2" descr="movies_vs_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Business Insight:</a:t>
            </a:r>
          </a:p>
          <a:p>
            <a:pPr lvl="1"/>
            <a:r>
              <a:t>Movies dominate volume, while TV Shows are stronger retention drivers.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Content Producing Countries</a:t>
            </a:r>
          </a:p>
        </p:txBody>
      </p:sp>
      <p:pic>
        <p:nvPicPr>
          <p:cNvPr id="3" name="Picture 2" descr="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Business Insight:</a:t>
            </a:r>
          </a:p>
          <a:p>
            <a:pPr lvl="1"/>
            <a:r>
              <a:t>Netflix balances global scale with strong local content investments.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Genre Distribution</a:t>
            </a:r>
          </a:p>
        </p:txBody>
      </p:sp>
      <p:pic>
        <p:nvPicPr>
          <p:cNvPr id="3" name="Picture 2" descr="gen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Business Insight:</a:t>
            </a:r>
          </a:p>
          <a:p>
            <a:pPr lvl="1"/>
            <a:r>
              <a:t>Drama and International genres dominate audience preferences.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Most Profitable Titles</a:t>
            </a:r>
          </a:p>
        </p:txBody>
      </p:sp>
      <p:pic>
        <p:nvPicPr>
          <p:cNvPr id="3" name="Picture 2" descr="top_profit_tit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Business Insight:</a:t>
            </a:r>
          </a:p>
          <a:p>
            <a:pPr lvl="1"/>
            <a:r>
              <a:t>High profitability is driven by cost efficiency, not just high budgets.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show_id as primary key to join content, viewership, and cost tables</a:t>
            </a:r>
          </a:p>
          <a:p>
            <a:pPr/>
            <a:r>
              <a:t>Applied aggregations (COUNT, SUM, AVG) for trends</a:t>
            </a:r>
          </a:p>
          <a:p>
            <a:pPr/>
            <a:r>
              <a:t>Used window functions for ranking and profitability analysis</a:t>
            </a:r>
          </a:p>
          <a:p>
            <a:pPr/>
            <a:r>
              <a:t>Focused on business questions before writing queries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Results – Content &amp;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Movies dominate content volume; TV Shows drive retention</a:t>
            </a:r>
          </a:p>
          <a:p>
            <a:pPr/>
            <a:r>
              <a:t>USA and India are top content-producing countries</a:t>
            </a:r>
          </a:p>
          <a:p>
            <a:pPr/>
            <a:r>
              <a:t>Drama and International genres have highest presence</a:t>
            </a:r>
          </a:p>
          <a:p>
            <a:pPr/>
            <a:r>
              <a:t>Post-2018 releases show strong growth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Results – Profit &amp;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Profit calculated as Revenue – (Production + Marketing Cost)</a:t>
            </a:r>
          </a:p>
          <a:p>
            <a:pPr/>
            <a:r>
              <a:t>Few titles generate majority of total profit</a:t>
            </a:r>
          </a:p>
          <a:p>
            <a:pPr/>
            <a:r>
              <a:t>High budget does not guarantee high profitability</a:t>
            </a:r>
          </a:p>
          <a:p>
            <a:pPr/>
            <a:r>
              <a:t>Above-average watch time titles drive most views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Supports data-driven content investment decisions</a:t>
            </a:r>
          </a:p>
          <a:p>
            <a:pPr/>
            <a:r>
              <a:t>Helps optimize marketing and production budgets</a:t>
            </a:r>
          </a:p>
          <a:p>
            <a:pPr/>
            <a:r>
              <a:t>Improves regional and genre-level strategy</a:t>
            </a:r>
          </a:p>
          <a:p>
            <a:pPr/>
            <a:r>
              <a:t>Demonstrates real-world SQL + business analytics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